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6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daniela.batt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daniela-batta/" TargetMode="External"/><Relationship Id="rId4" Type="http://schemas.openxmlformats.org/officeDocument/2006/relationships/hyperlink" Target="https://github.com/danielabatta3/steam-data-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0" y="640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🎮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Games Analysis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926080" y="2606040"/>
            <a:ext cx="3291840" cy="50292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292608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Indie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+27.000 juegos de Steam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· Géneros · Gratuito vs Pago · Evolución temporal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Batta  ·  Data Analyst  ·  Marzo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ver?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9144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" cy="91440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2646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vienen los datos y qué contienen?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114800" cy="9144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502920" cy="91440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762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géneros dominan el catálogo de Steam?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114800" cy="9144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502920" cy="91440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65760" y="32004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273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con el tiempo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6210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¿Mejoró o empeoró la reputación de los juegos?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9144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502920" cy="91440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0789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Gratuitos vs Pagos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42646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tiene mejor valoración?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103120"/>
            <a:ext cx="4114800" cy="9144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502920" cy="91440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4754880" y="21031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1762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52374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publica más y con mejor reputación?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8288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27.075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18288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20040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1997–2019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560320" cy="18288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03504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registro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guían el análisis: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géneros dominan el catálogo?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juegos indie superan a los AAA en valoración?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gratuitos tienen mejor o peor valoración que los de pago?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evolucionó la calidad promedio con los años?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A475E"/>
          </a:solidFill>
          <a:ln w="12700">
            <a:solidFill>
              <a:srgbClr val="2A47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Fuente: Kaggle — Steam Store Games (Clean dataset)  ·  Nik Davis  ·  kaggle.com/datasets/nikdavis/steam-store-games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Proceso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32004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2024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transformación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27.075 registros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20240" cy="32004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192024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246888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🗄️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SQLite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46888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consultas de análisis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base de datos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920240" cy="32004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192024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57200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46888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online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914400"/>
            <a:ext cx="1920240" cy="32004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6675120" y="914400"/>
            <a:ext cx="192024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6675120" y="1051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67512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46888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público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código documentado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Géneros más populares en Steam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017520"/>
            <a:ext cx="8595360" cy="173736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274320" y="3017520"/>
            <a:ext cx="73152" cy="173736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50292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Insight clave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4747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aparece en los 5 géneros más populares. No es un nicho — es la columna vertebral del catálogo de Steam.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3090672"/>
            <a:ext cx="2194560" cy="155448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6400800" y="32004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40080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en 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#1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(Action;Indie)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Evolución de la calidad (1997–2019)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749040"/>
            <a:ext cx="2651760" cy="1188720"/>
          </a:xfrm>
          <a:prstGeom prst="rect">
            <a:avLst/>
          </a:prstGeom>
          <a:solidFill>
            <a:srgbClr val="2A475E"/>
          </a:solidFill>
          <a:ln w="254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274320" y="3794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en 1997–98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3749040"/>
            <a:ext cx="2651760" cy="1188720"/>
          </a:xfrm>
          <a:prstGeom prst="rect">
            <a:avLst/>
          </a:prstGeom>
          <a:solidFill>
            <a:srgbClr val="2A475E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3154680" y="3794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154680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en 2014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749040"/>
            <a:ext cx="2651760" cy="1188720"/>
          </a:xfrm>
          <a:prstGeom prst="rect">
            <a:avLst/>
          </a:prstGeom>
          <a:solidFill>
            <a:srgbClr val="2A475E"/>
          </a:solidFill>
          <a:ln w="2540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6035040" y="3794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035040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 lanzamientos en 2014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Gratuitos vs Pagos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34747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0" y="685800"/>
            <a:ext cx="4846320" cy="18288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416052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Los números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60520" y="1188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82.9%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1605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6520" y="1188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465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2697480"/>
            <a:ext cx="4846320" cy="2103120"/>
          </a:xfrm>
          <a:prstGeom prst="rect">
            <a:avLst/>
          </a:prstGeom>
          <a:solidFill>
            <a:srgbClr val="2A475E"/>
          </a:solidFill>
          <a:ln w="1270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4023360" y="2697480"/>
            <a:ext cx="73152" cy="2103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420624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Hallazgo sorprendente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206240" y="320040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 mínima: apenas 0.5 puntos porcentuales. El precio no determina la calidad de un juego.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es principalmente una plataforma de pago (el 86% de los juegos son pagos), pero los gratuitos mantienen una reputación igualmente alta.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Top 20 Desarrolladores: Volumen y Reputación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27432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66160"/>
          <a:ext cx="8595360" cy="1371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Juegos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 of Games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Prolífico y bien valorado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KOEI TECMO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alto, calidad estable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Dexion Games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sin calidad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Nekyau Games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Reputación dañada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C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Indie 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73736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2014: El punto de inflexión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abrió Steam a desarrolladores independientes. Los lanzamientos pasaron de 418 en 2013 a 1.555 en 2014 — un crecimiento del 272%.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173736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892040" y="1024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Indie domina el catálogo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géneros más populares incluyen la etiqueta Indie. No es un segmento menor — es la categoría dominante de la plataforma.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206240" cy="173736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11480" y="2944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Más cantidad, menor calidad promedio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promedio bajó del 91% en 1997 al 69% en 2014. La apertura masiva trajo variedad pero también muchos juegos de baja calidad.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206240" cy="173736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892040" y="2944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Los mejores siguen siendo excelentes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3832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2, Factorio y otros juegos indie tienen +98% de valoraciones positivas. La clave: calidad sobre cantidad.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2A475E"/>
          </a:solidFill>
          <a:ln w="635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57200" cy="86868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domina Steam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géneros indie lideran en cantidad. El catálogo de Steam es mayormente producción independiente.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412480" cy="868680"/>
          </a:xfrm>
          <a:prstGeom prst="rect">
            <a:avLst/>
          </a:prstGeom>
          <a:solidFill>
            <a:srgbClr val="2A475E"/>
          </a:solidFill>
          <a:ln w="635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57200" cy="86868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fue el año de quiebre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apertura a desarrolladores indie triplicó los lanzamientos anuales y transformó la plataforma.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868680"/>
          </a:xfrm>
          <a:prstGeom prst="rect">
            <a:avLst/>
          </a:prstGeom>
          <a:solidFill>
            <a:srgbClr val="2A475E"/>
          </a:solidFill>
          <a:ln w="635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57200" cy="86868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≠ Calidad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291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Gratuitos (82.9%) y pagos (82.4%) tienen prácticamente la misma reputación. El precio no es indicador.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2A475E"/>
          </a:solidFill>
          <a:ln w="635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457200" cy="86868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sin calidad = mala reputación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 como Dexion Games demuestran que publicar mucho sin cuidar la calidad genera mala imagen.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🎮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4572000" cy="45720"/>
          </a:xfrm>
          <a:prstGeom prst="rect">
            <a:avLst/>
          </a:prstGeom>
          <a:solidFill>
            <a:srgbClr val="66C0F4"/>
          </a:solidFill>
          <a:ln w="12700">
            <a:solidFill>
              <a:srgbClr val="66C0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6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Batta  ·  Data Analyst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3383280"/>
            <a:ext cx="2103120" cy="13716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097280" y="34564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1097280" y="4023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Tableau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3383280"/>
            <a:ext cx="2103120" cy="13716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566160" y="34564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3" name="Text 11">
            <a:hlinkClick r:id="rId4"/>
          </p:cNvPr>
          <p:cNvSpPr/>
          <p:nvPr/>
        </p:nvSpPr>
        <p:spPr>
          <a:xfrm>
            <a:off x="3566160" y="4023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Repositorio 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383280"/>
            <a:ext cx="2103120" cy="1371600"/>
          </a:xfrm>
          <a:prstGeom prst="rect">
            <a:avLst/>
          </a:prstGeom>
          <a:solidFill>
            <a:srgbClr val="2A475E"/>
          </a:solidFill>
          <a:ln w="12700">
            <a:solidFill>
              <a:srgbClr val="66C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6035040" y="34564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6" name="Text 14">
            <a:hlinkClick r:id="rId5"/>
          </p:cNvPr>
          <p:cNvSpPr/>
          <p:nvPr/>
        </p:nvSpPr>
        <p:spPr>
          <a:xfrm>
            <a:off x="6035040" y="4023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Microsoft Office PowerPoint</Application>
  <PresentationFormat>Presentación en pantalla (16:9)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 Games Analysis — El Efecto Indie</dc:title>
  <dc:subject>PptxGenJS Presentation</dc:subject>
  <dc:creator>Daniela Batta</dc:creator>
  <cp:lastModifiedBy>DANI</cp:lastModifiedBy>
  <cp:revision>1</cp:revision>
  <dcterms:created xsi:type="dcterms:W3CDTF">2026-04-03T22:52:55Z</dcterms:created>
  <dcterms:modified xsi:type="dcterms:W3CDTF">2026-04-03T22:53:31Z</dcterms:modified>
</cp:coreProperties>
</file>